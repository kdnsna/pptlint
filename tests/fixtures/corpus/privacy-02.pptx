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 type="screen16x9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comments/comment1.xml><?xml version="1.0" encoding="utf-8"?>
<p:cmLst xmlns:p="http://schemas.openxmlformats.org/presentationml/2006/main">
  <p:cm authorId="0" idx="1">
    <p:pos x="0" y="0"/>
    <p:text>Review this</p:text>
  </p:cm>
</p:cmLst>
</file>

<file path=ppt/slides/_rels/slide1.xml.rels><?xml version="1.0" encoding="UTF-8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sz="3200"/>
              <a:t>Quarterly Review</a:t>
            </a:r>
          </a:p>
        </p:txBody>
      </p:sp>
      <p:sp>
        <p:nvSpPr>
          <p:cNvPr id="3" name="Body 2"/>
          <p:cNvSpPr/>
          <p:nvPr/>
        </p:nvSpPr>
        <p:spPr>
          <a:xfrm>
            <a:off x="914400" y="1828800"/>
            <a:ext cx="10363200" cy="3200400"/>
          </a:xfrm>
        </p:spPr>
        <p:txBody>
          <a:bodyPr/>
          <a:lstStyle/>
          <a:p>
            <a:r>
              <a:rPr sz="1800" latin="Aptos"/>
              <a:t>Evidence-backed summary</a:t>
            </a:r>
          </a:p>
        </p:txBody>
      </p:sp>
    </p:spTree>
  </p:cSld>
</p:sld>
</file>