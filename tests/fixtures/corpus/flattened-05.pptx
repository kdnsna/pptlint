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12192000" cy="6858000" type="screen16x9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slide" Target="slides/slide1.xml"/></Relationships>
</file>

<file path=ppt/slides/_rels/slide1.xml.rels><?xml version="1.0" encoding="UTF-8"?>
<Relationships xmlns="http://schemas.openxmlformats.org/package/2006/relationships"><Relationship Id="rId2" Type="http://schemas.openxmlformats.org/officeDocument/2006/relationships/image" Target="../media/image1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show="1">
  <p:cSld>
    <p:spTree>
      <p:nvGrpSpPr>
        <p:cNvPr id="1" name=""/>
        <p:cNvGrpSpPr/>
        <p:nvPr/>
      </p:nvGrpSpPr>
      <p:grpSpPr/>
      <p:sp>
        <p:nvSpPr>
          <p:cNvPr id="3" name="Body 2"/>
          <p:cNvSpPr/>
          <p:nvPr/>
        </p:nvSpPr>
        <p:spPr>
          <a:xfrm>
            <a:off x="914400" y="1828800"/>
            <a:ext cx="10363200" cy="3200400"/>
          </a:xfrm>
        </p:spPr>
        <p:txBody>
          <a:bodyPr/>
          <a:lstStyle/>
          <a:p>
            <a:r>
              <a:rPr sz="1800" latin="Aptos"/>
              <a:t>Evidence-backed summary</a:t>
            </a:r>
          </a:p>
        </p:txBody>
      </p:sp>
      <p:pic>
        <p:nvPicPr>
          <p:cNvPr id="4" name="Hero" descr="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