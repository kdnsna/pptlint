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1800" latin="Aptos"/>
              <a:t>Evidence-backed summary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creator>Fixture Author</dc:creator>
  <cp:lastModifiedBy>Fixture Author</cp:lastModifiedBy>
</cp:coreProperties>
</file>