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  <a:solidFill>
            <a:srgbClr val="FFFFFF"/>
          </a:solidFill>
        </p:spPr>
        <p:txBody>
          <a:bodyPr/>
          <a:lstStyle/>
          <a:p>
            <a:r>
              <a:rPr sz="1800" latin="Aptos">
                <a:solidFill>
                  <a:srgbClr val="F8F8F8"/>
                </a:solidFill>
              </a:rPr>
              <a:t>Evidence-backed summary</a:t>
            </a:r>
          </a:p>
        </p:txBody>
      </p:sp>
    </p:spTree>
  </p:cSld>
</p:sld>
</file>